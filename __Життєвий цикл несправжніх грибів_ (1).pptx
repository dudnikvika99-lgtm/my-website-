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5b6daaf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25b6daaf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5b6daaf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5b6daaf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25b6daaf8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25b6daaf8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5b6daaf8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5b6daaf8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5b6daaf8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5b6daaf8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11700" y="1750975"/>
            <a:ext cx="8520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55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"Життєвий цикл несправжніх грибів"</a:t>
            </a:r>
            <a:endParaRPr b="1" sz="3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11700" y="3978775"/>
            <a:ext cx="5789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Підготувала учениця 7 класу Дуднік Вікторія</a:t>
            </a:r>
            <a:endParaRPr b="1" sz="2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369350" y="246225"/>
            <a:ext cx="835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11700" y="246225"/>
            <a:ext cx="84159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Несправжні гриби — це організми, які не належать до царства грибів, але мають схожі ознаки.</a:t>
            </a:r>
            <a:endParaRPr b="1" sz="3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Основні групи: ооміцети, слизовики.</a:t>
            </a:r>
            <a:endParaRPr b="1" sz="3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3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Живуть у водному чи наземному середовищі, часто паразитують на рослинах.</a:t>
            </a:r>
            <a:endParaRPr b="1" sz="33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311700" y="232550"/>
            <a:ext cx="85206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6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Основні етапи життєвого циклу</a:t>
            </a:r>
            <a:endParaRPr b="1" sz="2600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Розмноження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Статеве: злиття гамет (оогамія).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Нестатеве: утворення зооспор чи конідій.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2. Стадії розвитку: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Зооспори (рухливі клітини) розносяться водою.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Гіфи (ниткоподібні структури) проникають у тканини рослини-господаря.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Паразитування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Несправжні гриби виділяють ферменти, що розкладають тканини господаря.</a:t>
            </a:r>
            <a:endParaRPr b="1"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76" name="Google Shape;76;p15"/>
          <p:cNvCxnSpPr/>
          <p:nvPr/>
        </p:nvCxnSpPr>
        <p:spPr>
          <a:xfrm>
            <a:off x="424075" y="930200"/>
            <a:ext cx="8235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311700" y="273600"/>
            <a:ext cx="8520600" cy="4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2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Приклад і значення</a:t>
            </a:r>
            <a:endParaRPr b="1" sz="3200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Фітофтора (Phytophthora infestans) — викликає фітофтороз картоплі.</a:t>
            </a:r>
            <a:endParaRPr b="1" sz="2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6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Значення:</a:t>
            </a:r>
            <a:endParaRPr b="1" sz="2600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Негативне: зниження врожайності.</a:t>
            </a:r>
            <a:endParaRPr b="1" sz="2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Позитивне: дослідження в екології та біотехнологіях.</a:t>
            </a:r>
            <a:endParaRPr b="1" sz="2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311700" y="1078200"/>
            <a:ext cx="8330700" cy="1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311700" y="68425"/>
            <a:ext cx="3108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7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Висновок:</a:t>
            </a:r>
            <a:endParaRPr b="1" sz="3700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11700" y="725025"/>
            <a:ext cx="85206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Несправжні гриби — унікальна група організмів, які поєднують риси грибів і простіших.</a:t>
            </a:r>
            <a:endParaRPr b="1" sz="2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Їхній життєвий цикл включає складні етапи адаптації до умов середовища.</a:t>
            </a:r>
            <a:endParaRPr b="1" sz="2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29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Знання про них важливі для боротьби з паразитами рослин і вивчення екосистем.</a:t>
            </a:r>
            <a:endParaRPr b="1" sz="29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flipH="1" rot="10800000">
            <a:off x="424075" y="766100"/>
            <a:ext cx="8358300" cy="2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243300" y="109425"/>
            <a:ext cx="2982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500" u="sng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Джерела:</a:t>
            </a:r>
            <a:endParaRPr b="1" sz="3500" u="sng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11700" y="902850"/>
            <a:ext cx="8374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5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https://uk.wikipedia.org/wiki</a:t>
            </a:r>
            <a:endParaRPr b="1" sz="35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69350" y="1626150"/>
            <a:ext cx="7975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35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Інтернет</a:t>
            </a:r>
            <a:endParaRPr b="1" sz="35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